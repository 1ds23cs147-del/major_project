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95" r:id="rId2"/>
    <p:sldId id="296" r:id="rId3"/>
    <p:sldId id="256" r:id="rId4"/>
    <p:sldId id="297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13" autoAdjust="0"/>
    <p:restoredTop sz="94769" autoAdjust="0"/>
  </p:normalViewPr>
  <p:slideViewPr>
    <p:cSldViewPr>
      <p:cViewPr varScale="1">
        <p:scale>
          <a:sx n="106" d="100"/>
          <a:sy n="106" d="100"/>
        </p:scale>
        <p:origin x="184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83DEC-4FB4-854B-9C86-E75863D8048E}" type="datetimeFigureOut">
              <a:rPr lang="en-US" smtClean="0"/>
              <a:pPr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B63CF-BC74-BB4F-BE74-3DD1250983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20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5433-0BD4-4BE6-A958-BEB9EC929D98}" type="datetimeFigureOut">
              <a:rPr lang="en-US" smtClean="0"/>
              <a:pPr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C14A-568F-47A9-BCE1-1856ED0B75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65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5433-0BD4-4BE6-A958-BEB9EC929D98}" type="datetimeFigureOut">
              <a:rPr lang="en-US" smtClean="0"/>
              <a:pPr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C14A-568F-47A9-BCE1-1856ED0B75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683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5433-0BD4-4BE6-A958-BEB9EC929D98}" type="datetimeFigureOut">
              <a:rPr lang="en-US" smtClean="0"/>
              <a:pPr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C14A-568F-47A9-BCE1-1856ED0B75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19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5433-0BD4-4BE6-A958-BEB9EC929D98}" type="datetimeFigureOut">
              <a:rPr lang="en-US" smtClean="0"/>
              <a:pPr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C14A-568F-47A9-BCE1-1856ED0B75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69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5433-0BD4-4BE6-A958-BEB9EC929D98}" type="datetimeFigureOut">
              <a:rPr lang="en-US" smtClean="0"/>
              <a:pPr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C14A-568F-47A9-BCE1-1856ED0B75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91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5433-0BD4-4BE6-A958-BEB9EC929D98}" type="datetimeFigureOut">
              <a:rPr lang="en-US" smtClean="0"/>
              <a:pPr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C14A-568F-47A9-BCE1-1856ED0B75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389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5433-0BD4-4BE6-A958-BEB9EC929D98}" type="datetimeFigureOut">
              <a:rPr lang="en-US" smtClean="0"/>
              <a:pPr/>
              <a:t>9/22/26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C14A-568F-47A9-BCE1-1856ED0B75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58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5433-0BD4-4BE6-A958-BEB9EC929D98}" type="datetimeFigureOut">
              <a:rPr lang="en-US" smtClean="0"/>
              <a:pPr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C14A-568F-47A9-BCE1-1856ED0B75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61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5433-0BD4-4BE6-A958-BEB9EC929D98}" type="datetimeFigureOut">
              <a:rPr lang="en-US" smtClean="0"/>
              <a:pPr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C14A-568F-47A9-BCE1-1856ED0B75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5433-0BD4-4BE6-A958-BEB9EC929D98}" type="datetimeFigureOut">
              <a:rPr lang="en-US" smtClean="0"/>
              <a:pPr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C14A-568F-47A9-BCE1-1856ED0B75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28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5433-0BD4-4BE6-A958-BEB9EC929D98}" type="datetimeFigureOut">
              <a:rPr lang="en-US" smtClean="0"/>
              <a:pPr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C14A-568F-47A9-BCE1-1856ED0B75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385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829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95433-0BD4-4BE6-A958-BEB9EC929D98}" type="datetimeFigureOut">
              <a:rPr lang="en-US" smtClean="0"/>
              <a:pPr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5C14A-568F-47A9-BCE1-1856ED0B75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7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04C3-DFB5-39F9-F895-156FB69AA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rmAutofit fontScale="90000"/>
          </a:bodyPr>
          <a:lstStyle/>
          <a:p>
            <a:r>
              <a:rPr lang="en-US" sz="6600" dirty="0">
                <a:solidFill>
                  <a:srgbClr val="FF0000"/>
                </a:solidFill>
              </a:rPr>
              <a:t>Follow this format: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E567C-99E4-F400-DEED-D1C5825C4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576" y="1110754"/>
            <a:ext cx="8028384" cy="547260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1.Title Slide (1 slide) – project title, student name and USN, guide name and designation, department, institution, date</a:t>
            </a:r>
          </a:p>
          <a:p>
            <a:pPr marL="0" indent="0">
              <a:buNone/>
            </a:pPr>
            <a:r>
              <a:rPr lang="en-US" dirty="0"/>
              <a:t>2.Abstract (1 slide)– brief summary of the project, problem overview, proposed solution, key results</a:t>
            </a:r>
          </a:p>
          <a:p>
            <a:pPr marL="0" indent="0">
              <a:buNone/>
            </a:pPr>
            <a:r>
              <a:rPr lang="en-US" dirty="0"/>
              <a:t>3.Literature Survey (7 slides) – table format, author, year, methodology, findings, limitations</a:t>
            </a:r>
          </a:p>
          <a:p>
            <a:pPr marL="0" indent="0">
              <a:buNone/>
            </a:pPr>
            <a:r>
              <a:rPr lang="en-US" dirty="0"/>
              <a:t>4.Problem Statement and Objectives (1 slide)– problem statement, objectives (3–5 points)</a:t>
            </a:r>
          </a:p>
          <a:p>
            <a:pPr marL="0" indent="0">
              <a:buNone/>
            </a:pPr>
            <a:r>
              <a:rPr lang="en-US" dirty="0"/>
              <a:t>5.Existing System (2 slides) – system architecture, drawbacks and limitations</a:t>
            </a:r>
          </a:p>
          <a:p>
            <a:pPr marL="0" indent="0">
              <a:buNone/>
            </a:pPr>
            <a:r>
              <a:rPr lang="en-US" dirty="0"/>
              <a:t>6.Proposed System (3–5 slides)– system architecture, advantages, module explanation, algorithms used</a:t>
            </a:r>
          </a:p>
          <a:p>
            <a:pPr marL="0" indent="0">
              <a:buNone/>
            </a:pPr>
            <a:r>
              <a:rPr lang="en-US" dirty="0"/>
              <a:t>7.Results and Discussion (3–4 slides)– outputs/screenshots/graphs, analysis, comparison</a:t>
            </a:r>
          </a:p>
          <a:p>
            <a:pPr marL="0" indent="0">
              <a:buNone/>
            </a:pPr>
            <a:r>
              <a:rPr lang="en-US" dirty="0"/>
              <a:t>8.Conclusion (1 slide)– summary of the project, key findings, future scope</a:t>
            </a:r>
          </a:p>
          <a:p>
            <a:pPr marL="0" indent="0">
              <a:buNone/>
            </a:pPr>
            <a:r>
              <a:rPr lang="en-US" dirty="0"/>
              <a:t>9. Co-guide meeting proof </a:t>
            </a:r>
          </a:p>
          <a:p>
            <a:pPr marL="0" indent="0">
              <a:buNone/>
            </a:pPr>
            <a:r>
              <a:rPr lang="en-US" dirty="0"/>
              <a:t>10 SDG GOAL </a:t>
            </a:r>
          </a:p>
          <a:p>
            <a:pPr marL="0" indent="0">
              <a:buNone/>
            </a:pPr>
            <a:r>
              <a:rPr lang="en-US" dirty="0"/>
              <a:t>11.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300" dirty="0"/>
              <a:t>Project Stakeholders &amp; Existing Application Gap</a:t>
            </a:r>
          </a:p>
          <a:p>
            <a:pPr marL="0" indent="0">
              <a:buNone/>
            </a:pPr>
            <a:r>
              <a:rPr lang="en-US" dirty="0"/>
              <a:t>12.References (1 slide) – list of references in standard format</a:t>
            </a:r>
          </a:p>
          <a:p>
            <a:pPr marL="0" indent="0">
              <a:buNone/>
            </a:pPr>
            <a:r>
              <a:rPr lang="en-US" dirty="0"/>
              <a:t>13. Thank You and queries Slide (1 slide)</a:t>
            </a:r>
          </a:p>
        </p:txBody>
      </p:sp>
    </p:spTree>
    <p:extLst>
      <p:ext uri="{BB962C8B-B14F-4D97-AF65-F5344CB8AC3E}">
        <p14:creationId xmlns:p14="http://schemas.microsoft.com/office/powerpoint/2010/main" val="1587911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77EBB-E927-A40E-17E7-626B366FB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SDG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83D21-6805-DBAB-9B9A-600C355CD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SDG GOAL :</a:t>
            </a:r>
          </a:p>
          <a:p>
            <a:r>
              <a:rPr lang="en-US" dirty="0"/>
              <a:t>   (TOTAL WE HAVE 17 SDG. ADD THE SDG GOAL THAT YOUU PROJRCT IS MAPS – ATLEART 2-3 )</a:t>
            </a:r>
          </a:p>
        </p:txBody>
      </p:sp>
    </p:spTree>
    <p:extLst>
      <p:ext uri="{BB962C8B-B14F-4D97-AF65-F5344CB8AC3E}">
        <p14:creationId xmlns:p14="http://schemas.microsoft.com/office/powerpoint/2010/main" val="3663389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2900" y="1097280"/>
            <a:ext cx="8435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Stakeholders &amp; Existing Application Gap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342900" y="1488186"/>
            <a:ext cx="84353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42900" y="1748790"/>
            <a:ext cx="4080510" cy="1611630"/>
          </a:xfrm>
          <a:prstGeom prst="roundRect">
            <a:avLst>
              <a:gd name="adj" fmla="val 3404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514350" y="1920240"/>
            <a:ext cx="342900" cy="3429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6" name="Text 4"/>
          <p:cNvSpPr txBox="1"/>
          <p:nvPr/>
        </p:nvSpPr>
        <p:spPr>
          <a:xfrm>
            <a:off x="514350" y="192024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899666"/>
            <a:ext cx="33261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125980"/>
            <a:ext cx="332613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requested, sponsors, or provides the problem statement</a:t>
            </a:r>
            <a:endParaRPr lang="en-US" sz="788" dirty="0"/>
          </a:p>
        </p:txBody>
      </p:sp>
      <p:sp>
        <p:nvSpPr>
          <p:cNvPr id="9" name="Shape 7"/>
          <p:cNvSpPr/>
          <p:nvPr/>
        </p:nvSpPr>
        <p:spPr>
          <a:xfrm>
            <a:off x="548640" y="2379726"/>
            <a:ext cx="366903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0" name="Text 8"/>
          <p:cNvSpPr txBox="1"/>
          <p:nvPr/>
        </p:nvSpPr>
        <p:spPr>
          <a:xfrm>
            <a:off x="548640" y="2434590"/>
            <a:ext cx="3669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3350" indent="-133350">
              <a:lnSpc>
                <a:spcPct val="130000"/>
              </a:lnSpc>
              <a:buSzPct val="100000"/>
              <a:buChar char="•"/>
            </a:pP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97730" y="1748790"/>
            <a:ext cx="4080510" cy="1611630"/>
          </a:xfrm>
          <a:prstGeom prst="roundRect">
            <a:avLst>
              <a:gd name="adj" fmla="val 3404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2" name="Shape 10"/>
          <p:cNvSpPr/>
          <p:nvPr/>
        </p:nvSpPr>
        <p:spPr>
          <a:xfrm>
            <a:off x="4869180" y="1920240"/>
            <a:ext cx="342900" cy="342900"/>
          </a:xfrm>
          <a:prstGeom prst="ellipse">
            <a:avLst/>
          </a:prstGeom>
          <a:solidFill>
            <a:srgbClr val="3B4A9E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3" name="Text 11"/>
          <p:cNvSpPr txBox="1"/>
          <p:nvPr/>
        </p:nvSpPr>
        <p:spPr>
          <a:xfrm>
            <a:off x="4869180" y="192024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314950" y="1899666"/>
            <a:ext cx="33261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END USER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14950" y="2125980"/>
            <a:ext cx="332613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will actually use the proposed system</a:t>
            </a:r>
            <a:endParaRPr lang="en-US" sz="788" dirty="0"/>
          </a:p>
        </p:txBody>
      </p:sp>
      <p:sp>
        <p:nvSpPr>
          <p:cNvPr id="16" name="Shape 14"/>
          <p:cNvSpPr/>
          <p:nvPr/>
        </p:nvSpPr>
        <p:spPr>
          <a:xfrm>
            <a:off x="4903470" y="2379726"/>
            <a:ext cx="366903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7" name="Text 15"/>
          <p:cNvSpPr txBox="1"/>
          <p:nvPr/>
        </p:nvSpPr>
        <p:spPr>
          <a:xfrm>
            <a:off x="4903470" y="2434590"/>
            <a:ext cx="3669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3350" indent="-133350">
              <a:lnSpc>
                <a:spcPct val="130000"/>
              </a:lnSpc>
              <a:buSzPct val="100000"/>
              <a:buChar char="•"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</a:t>
            </a: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____________________________</a:t>
            </a:r>
            <a:endParaRPr lang="en-US" sz="900" dirty="0"/>
          </a:p>
          <a:p>
            <a:pPr marL="133350" indent="-133350">
              <a:lnSpc>
                <a:spcPct val="130000"/>
              </a:lnSpc>
              <a:buSzPct val="100000"/>
              <a:buChar char="•"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Need:</a:t>
            </a: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____________________________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2900" y="3531870"/>
            <a:ext cx="4080510" cy="1611630"/>
          </a:xfrm>
          <a:prstGeom prst="roundRect">
            <a:avLst>
              <a:gd name="adj" fmla="val 3404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9" name="Shape 17"/>
          <p:cNvSpPr/>
          <p:nvPr/>
        </p:nvSpPr>
        <p:spPr>
          <a:xfrm>
            <a:off x="514350" y="3703320"/>
            <a:ext cx="342900" cy="342900"/>
          </a:xfrm>
          <a:prstGeom prst="ellipse">
            <a:avLst/>
          </a:prstGeom>
          <a:solidFill>
            <a:srgbClr val="5B6B9E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0" name="Text 18"/>
          <p:cNvSpPr txBox="1"/>
          <p:nvPr/>
        </p:nvSpPr>
        <p:spPr>
          <a:xfrm>
            <a:off x="514350" y="370332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682746"/>
            <a:ext cx="33261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909060"/>
            <a:ext cx="332613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People/organizations affected by or involved in the project</a:t>
            </a:r>
            <a:endParaRPr lang="en-US" sz="788" dirty="0"/>
          </a:p>
        </p:txBody>
      </p:sp>
      <p:sp>
        <p:nvSpPr>
          <p:cNvPr id="23" name="Shape 21"/>
          <p:cNvSpPr/>
          <p:nvPr/>
        </p:nvSpPr>
        <p:spPr>
          <a:xfrm>
            <a:off x="548640" y="4162806"/>
            <a:ext cx="366903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4" name="Text 22"/>
          <p:cNvSpPr txBox="1"/>
          <p:nvPr/>
        </p:nvSpPr>
        <p:spPr>
          <a:xfrm>
            <a:off x="548640" y="4217670"/>
            <a:ext cx="3669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3350" indent="-13335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</a:t>
            </a:r>
            <a:endParaRPr lang="en-US" sz="900" dirty="0"/>
          </a:p>
          <a:p>
            <a:pPr marL="133350" indent="-13335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</a:t>
            </a:r>
            <a:endParaRPr lang="en-US" sz="900" dirty="0"/>
          </a:p>
          <a:p>
            <a:pPr marL="133350" indent="-13335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97730" y="3531870"/>
            <a:ext cx="4080510" cy="1611630"/>
          </a:xfrm>
          <a:prstGeom prst="roundRect">
            <a:avLst>
              <a:gd name="adj" fmla="val 3404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26" name="Shape 24"/>
          <p:cNvSpPr/>
          <p:nvPr/>
        </p:nvSpPr>
        <p:spPr>
          <a:xfrm>
            <a:off x="4869180" y="3703320"/>
            <a:ext cx="342900" cy="3429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7" name="Text 25"/>
          <p:cNvSpPr txBox="1"/>
          <p:nvPr/>
        </p:nvSpPr>
        <p:spPr>
          <a:xfrm>
            <a:off x="4869180" y="370332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314950" y="3682746"/>
            <a:ext cx="33261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OUR PROJECT DIFFERENT?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314950" y="3909060"/>
            <a:ext cx="332613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existing applications/solutions</a:t>
            </a:r>
            <a:endParaRPr lang="en-US" sz="788" dirty="0"/>
          </a:p>
        </p:txBody>
      </p:sp>
      <p:sp>
        <p:nvSpPr>
          <p:cNvPr id="30" name="Shape 28"/>
          <p:cNvSpPr/>
          <p:nvPr/>
        </p:nvSpPr>
        <p:spPr>
          <a:xfrm>
            <a:off x="4903470" y="4162806"/>
            <a:ext cx="366903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1" name="Text 29"/>
          <p:cNvSpPr txBox="1"/>
          <p:nvPr/>
        </p:nvSpPr>
        <p:spPr>
          <a:xfrm>
            <a:off x="4903470" y="4217670"/>
            <a:ext cx="3669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3350" indent="-133350">
              <a:lnSpc>
                <a:spcPct val="130000"/>
              </a:lnSpc>
              <a:buSzPct val="100000"/>
              <a:buChar char="•"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Existing:</a:t>
            </a: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____________________________</a:t>
            </a:r>
            <a:endParaRPr lang="en-US" sz="900" dirty="0"/>
          </a:p>
          <a:p>
            <a:pPr marL="133350" indent="-133350">
              <a:lnSpc>
                <a:spcPct val="130000"/>
              </a:lnSpc>
              <a:buSzPct val="100000"/>
              <a:buChar char="•"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Project:</a:t>
            </a: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____________________________</a:t>
            </a:r>
            <a:endParaRPr lang="en-US" sz="900" dirty="0"/>
          </a:p>
          <a:p>
            <a:pPr marL="133350" indent="-133350">
              <a:lnSpc>
                <a:spcPct val="130000"/>
              </a:lnSpc>
              <a:buSzPct val="100000"/>
              <a:buChar char="•"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Improvement:</a:t>
            </a: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____________________________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2900" y="5335524"/>
            <a:ext cx="8435340" cy="425196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33" name="Text 31"/>
          <p:cNvSpPr txBox="1"/>
          <p:nvPr/>
        </p:nvSpPr>
        <p:spPr>
          <a:xfrm>
            <a:off x="514350" y="5335524"/>
            <a:ext cx="80924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DIFFERENTIATOR:  </a:t>
            </a: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explaining the major feature/innovation that distinguishes the proposed project from existing solutions.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8605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1528</TotalTime>
  <Words>325</Words>
  <Application>Microsoft Macintosh PowerPoint</Application>
  <PresentationFormat>On-screen Show (4:3)</PresentationFormat>
  <Paragraphs>40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Follow this format:  </vt:lpstr>
      <vt:lpstr>SDG GOAL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CRYPTOGRAPHY  AND  NETWORK SECURITY</dc:title>
  <dc:creator>Admin</dc:creator>
  <cp:lastModifiedBy>Prakash Arumugam</cp:lastModifiedBy>
  <cp:revision>208</cp:revision>
  <dcterms:created xsi:type="dcterms:W3CDTF">2019-01-31T09:57:57Z</dcterms:created>
  <dcterms:modified xsi:type="dcterms:W3CDTF">2026-09-22T09:05:57Z</dcterms:modified>
</cp:coreProperties>
</file>